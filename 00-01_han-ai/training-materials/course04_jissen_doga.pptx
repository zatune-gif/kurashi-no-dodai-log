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EEEEE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 xmlns:a="http://schemas.openxmlformats.org/drawingml/2006/main" xmlns:p="http://schemas.openxmlformats.org/presentationml/2006/main">
        <p:nvSpPr>
          <p:cNvPr id="9900" name="_BG_DARK_"/>
          <p:cNvSpPr>
            <a:spLocks noSelect="1" noMove="1" noResiz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