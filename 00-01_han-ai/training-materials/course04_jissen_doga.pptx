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383280"/>
            <a:ext cx="9144000" cy="54864"/>
          </a:xfrm>
          <a:prstGeom prst="rect">
            <a:avLst/>
          </a:prstGeom>
          <a:solidFill>
            <a:srgbClr val="DA7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A7756"/>
                </a:solidFill>
              </a:rPr>
              <a:t>ざつね屋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8A99A"/>
                </a:solidFill>
              </a:rPr>
              <a:t>コース 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実践編（動画系）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8A99A"/>
                </a:solidFill>
              </a:rPr>
              <a:t>複数のAIが連携して1本の動画が完成する体験 120分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4903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A7756"/>
                </a:solidFill>
              </a:rPr>
              <a:t>ツール：CapCut 無料版 ＋ Gemini（台本）　｜　成果物：ショート動画1本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本日のアジェンダ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777240"/>
          <a:ext cx="82296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76"/>
                <a:gridCol w="1810512"/>
                <a:gridCol w="4279392"/>
                <a:gridCol w="1645920"/>
              </a:tblGrid>
              <a:tr h="520065"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セクション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内容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時間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イントロ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CapCutログイン確認・基本画面の説明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10分</a:t>
                      </a:r>
                    </a:p>
                  </a:txBody>
                  <a:tcPr/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AI動画生成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Seedanceでテキスト→映像生成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15分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ナレーション追加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Geminiで台本生成 → CapCut TTSで読み上げ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15分</a:t>
                      </a:r>
                    </a:p>
                  </a:txBody>
                  <a:tcPr/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AI自動字幕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字幕生成（確認まで）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10分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休憩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10分</a:t>
                      </a:r>
                    </a:p>
                  </a:txBody>
                  <a:tcPr/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基本編集・書き出し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字幕修正＋クリップ編集＋書き出し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50分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まとめ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ダウンロード・SNS投稿・活用アドバイス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10分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今日のコンセプト — 複数のAIが連携して1本の動画を作る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C1C1C"/>
                </a:solidFill>
              </a:rPr>
              <a:t>映像AI（Seedance）→ 文書AI（Gemini 台本）→ 読み上げAI（CapCut TTS）→ 字幕AI（CapCut）→ 人間が最終編集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82296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291840"/>
                <a:gridCol w="3291840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担当AI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役割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ツール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映像AI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テキスト指示から映像クリップを生成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CapCut Seedance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文書AI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ナレーション原稿（台本）を生成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Gemini（無料版）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読み上げAI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台本テキストを音声に変換して映像に追加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CapCut TTS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字幕AI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ナレーション音声から字幕を自動生成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CapCut AI字幕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人間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字幕修正・クリップ編集・BGM追加・完成品の書き出し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CapCut 手動編集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822960"/>
            <a:ext cx="1097280" cy="1097280"/>
          </a:xfrm>
          <a:prstGeom prst="rect">
            <a:avLst/>
          </a:prstGeom>
          <a:solidFill>
            <a:srgbClr val="DA7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96012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イントロ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A7756"/>
                </a:solidFill>
              </a:rPr>
              <a:t>[10分]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46888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8A99A"/>
                </a:solidFill>
              </a:rPr>
              <a:t>CapCutにログインして基本画面を確認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イントロ — CapCut基本画面の説明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0" y="91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DA7756"/>
                </a:solidFill>
              </a:rPr>
              <a:t>[10分]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777240"/>
          <a:ext cx="8229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288"/>
                <a:gridCol w="5925312"/>
              </a:tblGrid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確認項目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内容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CapCutログイン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capcut.com または CapCutアプリ（PC版推奨）でTikTokアカウント or Google / Appleで登録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新規プロジェクト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「新規作成」→「ビデオ」を選択して編集画面へ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Seedance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「AI」メニュー内 → テキストから映像を生成する機能（クレジット制）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TTS（テキスト読み上げ）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「テキスト」→「テキスト読み上げ」で台本を音声に変換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AI字幕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「字幕」→「自動字幕生成」で音声から字幕を自動生成（月2回まで無料）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233672"/>
            <a:ext cx="8229600" cy="594360"/>
          </a:xfrm>
          <a:prstGeom prst="rect">
            <a:avLst/>
          </a:prstGeom>
          <a:solidFill>
            <a:srgbClr val="FF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4297680"/>
            <a:ext cx="7955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A7756"/>
                </a:solidFill>
              </a:rPr>
              <a:t>Seedanceはクレジット制です。本日は1人あたり○回を上限にしてください（講師より案内）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822960"/>
            <a:ext cx="1097280" cy="1097280"/>
          </a:xfrm>
          <a:prstGeom prst="rect">
            <a:avLst/>
          </a:prstGeom>
          <a:solidFill>
            <a:srgbClr val="DA7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96012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AI動画生成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A7756"/>
                </a:solidFill>
              </a:rPr>
              <a:t>[15分]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46888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8A99A"/>
                </a:solidFill>
              </a:rPr>
              <a:t>テキスト指示だけで映像クリップが生成される体験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AI動画生成 — CapCut Seedance の使い方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0" y="91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DA7756"/>
                </a:solidFill>
              </a:rPr>
              <a:t>[デモ5分 + 実践10分 + DL]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77724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6172200"/>
              </a:tblGrid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Step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内容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1 Seedanceを開く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CapCut「AI」メニュー → 「Seedance」を選択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2 テキストを入力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「どんな映像にしたいか」を日本語で説明 → 生成（30秒〜1分程度かかる）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3 映像を確認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生成された映像クリップを再生して確認 → 気に入ったらプロジェクトに追加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4 繰り返し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別のシーンを追加したい場合は再度テキストを入力して生成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EEEEE"/>
                </a:solidFill>
              </a:rPr>
              <a:t>生成テーマ例（自由に選んでください）：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13632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64748B"/>
                </a:solidFill>
              </a:rPr>
              <a:t>【クオリティ向上要素（スライド表示）】</a:t>
            </a:r>
          </a:p>
          <a:p>
            <a:r>
              <a:rPr sz="1200">
                <a:solidFill>
                  <a:srgbClr val="64748B"/>
                </a:solidFill>
              </a:rPr>
              <a:t>映像スタイル：シネマティック・ドキュメンタリー風・SNS動画風</a:t>
            </a:r>
          </a:p>
          <a:p>
            <a:r>
              <a:rPr sz="1200">
                <a:solidFill>
                  <a:srgbClr val="64748B"/>
                </a:solidFill>
              </a:rPr>
              <a:t>光の条件：朝日・夕日・柔らかい自然光・温かみのある室内照明</a:t>
            </a:r>
          </a:p>
          <a:p>
            <a:r>
              <a:rPr sz="1200">
                <a:solidFill>
                  <a:srgbClr val="64748B"/>
                </a:solidFill>
              </a:rPr>
              <a:t>カメラワーク：ゆっくりパン・ズームイン・固定・スローモーション</a:t>
            </a:r>
          </a:p>
          <a:p>
            <a:r>
              <a:rPr sz="1200">
                <a:solidFill>
                  <a:srgbClr val="64748B"/>
                </a:solidFill>
              </a:rPr>
              <a:t>被写体の動き：静かに佇む・丁寧に作業している・歩いている</a:t>
            </a:r>
          </a:p>
          <a:p>
            <a:r>
              <a:rPr sz="1200">
                <a:solidFill>
                  <a:srgbClr val="64748B"/>
                </a:solidFill>
              </a:rPr>
              <a:t/>
            </a:r>
          </a:p>
          <a:p>
            <a:r>
              <a:rPr sz="1200">
                <a:solidFill>
                  <a:srgbClr val="64748B"/>
                </a:solidFill>
              </a:rPr>
              <a:t>【自由実践テーマ例（各自で試してください）】</a:t>
            </a:r>
          </a:p>
          <a:p>
            <a:r>
              <a:rPr sz="1200">
                <a:solidFill>
                  <a:srgbClr val="64748B"/>
                </a:solidFill>
              </a:rPr>
              <a:t>工房職人：「木材を丁寧に加工する職人の手元、クローズアップ、自然光、落ち着いた色調」</a:t>
            </a:r>
          </a:p>
          <a:p>
            <a:r>
              <a:rPr sz="1200">
                <a:solidFill>
                  <a:srgbClr val="64748B"/>
                </a:solidFill>
              </a:rPr>
              <a:t>商品クローズアップ：「手作りの革財布が木のテーブルの上、高級感、ゆっくりズームイン、温かい照明」</a:t>
            </a:r>
          </a:p>
          <a:p>
            <a:r>
              <a:rPr sz="1200">
                <a:solidFill>
                  <a:srgbClr val="64748B"/>
                </a:solidFill>
              </a:rPr>
              <a:t>夏の青空：「夏の青空と白い雲が広がる爽やかな風景、スローモーション、自然光」</a:t>
            </a:r>
          </a:p>
          <a:p>
            <a:r>
              <a:rPr sz="1200">
                <a:solidFill>
                  <a:srgbClr val="64748B"/>
                </a:solidFill>
              </a:rPr>
              <a:t>オフィス打合せ：「スタッフが笑顔で打合せ、活気とチームワーク、ドキュメンタリー風、自然光」</a:t>
            </a:r>
          </a:p>
          <a:p>
            <a:r>
              <a:rPr sz="1200">
                <a:solidFill>
                  <a:srgbClr val="64748B"/>
                </a:solidFill>
              </a:rPr>
              <a:t/>
            </a:r>
          </a:p>
          <a:p>
            <a:r>
              <a:rPr sz="1200">
                <a:solidFill>
                  <a:srgbClr val="64748B"/>
                </a:solidFill>
              </a:rPr>
              <a:t>【映像DL手順】 生成された映像を選択 → ダウンロードボタン → MP4で保存</a:t>
            </a:r>
          </a:p>
          <a:p>
            <a:r>
              <a:rPr sz="1200">
                <a:solidFill>
                  <a:srgbClr val="64748B"/>
                </a:solidFill>
              </a:rPr>
              <a:t>※ CapCut → 新規プロジェクト → この映像を読み込んで次のセクションへ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822960"/>
            <a:ext cx="1097280" cy="1097280"/>
          </a:xfrm>
          <a:prstGeom prst="rect">
            <a:avLst/>
          </a:prstGeom>
          <a:solidFill>
            <a:srgbClr val="DA7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96012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ナレーション追加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A7756"/>
                </a:solidFill>
              </a:rPr>
              <a:t>[15分]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46888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8A99A"/>
                </a:solidFill>
              </a:rPr>
              <a:t>Geminiで台本を作り → CapCut TTSで音声に変換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ナレーション追加 — Gemini で台本 → CapCut TTS で音声化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0" y="91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DA7756"/>
                </a:solidFill>
              </a:rPr>
              <a:t>[15分]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77724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512"/>
                <a:gridCol w="4526280"/>
                <a:gridCol w="1892808"/>
              </a:tblGrid>
              <a:tr h="533400"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Step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内容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ツール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1 Geminiを開く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gemini.google.com にアクセス（Googleアカウントでログイン）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Gemini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2 台本を生成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ひな型でプロンプトを入力 → 生成された台本テキストをコピー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Gemini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3 TTSに貼り付け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CapCut「テキスト」→「テキスト読み上げ」→ 台本をペースト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CapCut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4 声を選ぶ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日本語の音声種類（男性・女性・落ち着き・明るい等）を選択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CapCut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5 映像に追加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生成された音声をタイムラインに追加・長さを調整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CapCut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133087"/>
            <a:ext cx="8229600" cy="594360"/>
          </a:xfrm>
          <a:prstGeom prst="rect">
            <a:avLst/>
          </a:prstGeom>
          <a:solidFill>
            <a:srgbClr val="2F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4197095"/>
            <a:ext cx="7955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EEEE"/>
                </a:solidFill>
              </a:rPr>
              <a:t>台本ひな型：「[テーマ]の紹介動画のナレーション原稿を30秒で読める長さ（130字程度）で作ってください」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822960"/>
            <a:ext cx="1097280" cy="1097280"/>
          </a:xfrm>
          <a:prstGeom prst="rect">
            <a:avLst/>
          </a:prstGeom>
          <a:solidFill>
            <a:srgbClr val="DA7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96012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AI自動字幕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A7756"/>
                </a:solidFill>
              </a:rPr>
              <a:t>[10分]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46888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8A99A"/>
                </a:solidFill>
              </a:rPr>
              <a:t>ナレーション音声から字幕を自動生成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AI自動字幕 — 生成して確認まで（修正は5で）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0" y="91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DA7756"/>
                </a:solidFill>
              </a:rPr>
              <a:t>[10分]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777240"/>
          <a:ext cx="82296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288"/>
                <a:gridCol w="5925312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Step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内容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1 字幕メニューを開く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CapCut「字幕」→「自動字幕生成」を選択</a:t>
                      </a:r>
                    </a:p>
                  </a:txBody>
                  <a:tcPr/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2 言語を設定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日本語を選択 → 「生成」をクリック（少し時間がかかる）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3 結果を確認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ナレーション音声が正しく文字に変換されているか確認</a:t>
                      </a:r>
                    </a:p>
                  </a:txBody>
                  <a:tcPr/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4 修正は次のセクションで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ここでは生成結果の確認まで。修正はセクション5（基本編集）で行う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3611880"/>
            <a:ext cx="8229600" cy="594360"/>
          </a:xfrm>
          <a:prstGeom prst="rect">
            <a:avLst/>
          </a:prstGeom>
          <a:solidFill>
            <a:srgbClr val="FF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675888"/>
            <a:ext cx="7955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A7756"/>
                </a:solidFill>
              </a:rPr>
              <a:t>注意：AI自動字幕は無料版では月2回まで。事前に講師側で確認しています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</a:rPr>
              <a:t>キャプションテンプレート（文字装飾）は時間があれば口頭で紹介します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B8A99A"/>
                </a:solidFill>
              </a:rPr>
              <a:t>- 休憩 -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834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A7756"/>
                </a:solidFill>
              </a:rPr>
              <a:t>5〜10分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822960"/>
            <a:ext cx="1097280" cy="1097280"/>
          </a:xfrm>
          <a:prstGeom prst="rect">
            <a:avLst/>
          </a:prstGeom>
          <a:solidFill>
            <a:srgbClr val="DA7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96012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基本編集・書き出し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A7756"/>
                </a:solidFill>
              </a:rPr>
              <a:t>[50分]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46888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8A99A"/>
                </a:solidFill>
              </a:rPr>
              <a:t>AIの素材を人間が磨いて完成品にする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基本編集 — 字幕修正 → クリップ編集 → 書き出し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0" y="91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DA7756"/>
                </a:solidFill>
              </a:rPr>
              <a:t>[50分]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77724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512"/>
                <a:gridCol w="4526280"/>
                <a:gridCol w="1892808"/>
              </a:tblGrid>
              <a:tr h="571500"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作業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内容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時間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字幕修正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AI字幕のテキストを確認 → 誤認識・読み間違いを手動で修正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〜15分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クリップ編集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タイミング調整・不要部分カット・テキスト追加・BGM追加など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〜25分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書き出し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「書き出し」→ 解像度設定（1080p推奨）→ MP4で保存（1分動画は1〜3分程度）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10分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2461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1C1C"/>
                </a:solidFill>
              </a:rPr>
              <a:t>基本編集の意義：AIが作った素材を人間が磨く — これが「完成品への最終仕上げ」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913632"/>
            <a:ext cx="8229600" cy="59436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977640"/>
            <a:ext cx="7955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059669"/>
                </a:solidFill>
              </a:rPr>
              <a:t>【クリップ編集・書き出し（〜40分）】</a:t>
            </a:r>
          </a:p>
          <a:p>
            <a:r>
              <a:rPr sz="1300" b="0" i="0">
                <a:solidFill>
                  <a:srgbClr val="059669"/>
                </a:solidFill>
              </a:rPr>
              <a:t>映像トリミング → テキスト（タイトル・社名）追加 → BGM追加</a:t>
            </a:r>
          </a:p>
          <a:p>
            <a:r>
              <a:rPr sz="1300" b="0" i="0">
                <a:solidFill>
                  <a:srgbClr val="059669"/>
                </a:solidFill>
              </a:rPr>
              <a:t>→ 右上の書き出しボタン → 品質1080p・MP4 → 保存（30秒なら1〜2分で完了）</a:t>
            </a:r>
          </a:p>
          <a:p>
            <a:r>
              <a:rPr sz="1300" b="0" i="0">
                <a:solidFill>
                  <a:srgbClr val="059669"/>
                </a:solidFill>
              </a:rPr>
              <a:t/>
            </a:r>
          </a:p>
          <a:p>
            <a:r>
              <a:rPr sz="1300" b="0" i="0">
                <a:solidFill>
                  <a:srgbClr val="059669"/>
                </a:solidFill>
              </a:rPr>
              <a:t>早く書き出しまで終わった方：</a:t>
            </a:r>
          </a:p>
          <a:p>
            <a:r>
              <a:rPr sz="1300" b="0" i="0">
                <a:solidFill>
                  <a:srgbClr val="059669"/>
                </a:solidFill>
              </a:rPr>
              <a:t>Seedanceに戻ってもう1本、テーマを変えて作ってみましょう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822960"/>
            <a:ext cx="1097280" cy="1097280"/>
          </a:xfrm>
          <a:prstGeom prst="rect">
            <a:avLst/>
          </a:prstGeom>
          <a:solidFill>
            <a:srgbClr val="DA7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96012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まとめ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A7756"/>
                </a:solidFill>
              </a:rPr>
              <a:t>[10分]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46888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8A99A"/>
                </a:solidFill>
              </a:rPr>
              <a:t>ダウンロード・SNS投稿・活用アドバイス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まとめ — 活用アドバイス＆サービス案内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0" y="91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DA7756"/>
                </a:solidFill>
              </a:rPr>
              <a:t>[10分]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77724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6172200"/>
              </a:tblGrid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活用ポイント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内容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ダウンロード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スマホ・PCへの保存 → スマホはCapCutアプリからも保存可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SNS投稿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CapCutからTikTok・Instagramへ直接投稿できる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後から編集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CapCutアカウントにログインすれば続きから編集・複製して再利用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量産のコツ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EEEEEE"/>
                          </a:solidFill>
                        </a:rPr>
                        <a:t>テーマを変えれば今日と同じ流れで次の動画が作れる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3520440"/>
            <a:ext cx="8229600" cy="1417320"/>
          </a:xfrm>
          <a:prstGeom prst="rect">
            <a:avLst/>
          </a:prstGeom>
          <a:solidFill>
            <a:srgbClr val="2F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1188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1C1C"/>
                </a:solidFill>
              </a:rPr>
              <a:t>次のステップ | ざつね屋のサービス案内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41648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EEEEE"/>
                </a:solidFill>
              </a:rPr>
              <a:t>📚 実践編（画像系）でCanvaのデザイン力をさらに高める</a:t>
            </a:r>
          </a:p>
          <a:p>
            <a:r>
              <a:rPr sz="1200" b="0" i="0">
                <a:solidFill>
                  <a:srgbClr val="EEEEEE"/>
                </a:solidFill>
              </a:rPr>
              <a:t>🛠 AI業務改善オーダーメイド・🤝 AI開発伴走 — 自社の課題を一緒に解決する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