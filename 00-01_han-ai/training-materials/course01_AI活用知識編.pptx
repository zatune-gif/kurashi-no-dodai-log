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/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1C1C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/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/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/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EEEE"/>
                </a:solidFill>
              </a:rPr>
              <a:t>① 使ってよいツールを決める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② 入力禁止情報のリストを共有する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EEEEE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EEEEEE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EEEEEE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EEEEEE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EEEEEE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EEEEEE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