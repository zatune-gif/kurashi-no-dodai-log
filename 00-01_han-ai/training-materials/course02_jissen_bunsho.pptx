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bg>
    <p:bgPr>
      <a:solidFill>
        <a:srgbClr val="1C1C1C"/>
      </a:solidFill>
      <a:effectLst/>
    </p:bgPr>
  </p:bg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bg>
    <p:bgPr>
      <a:solidFill>
        <a:srgbClr val="1C1C1C"/>
      </a:solidFill>
      <a:effectLst/>
    </p:bgPr>
  </p:bg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bg>
    <p:bgPr>
      <a:solidFill>
        <a:srgbClr val="1C1C1C"/>
      </a:solidFill>
      <a:effectLst/>
    </p:bgPr>
  </p:bg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bg>
    <p:bgPr>
      <a:solidFill>
        <a:srgbClr val="1C1C1C"/>
      </a:solidFill>
      <a:effectLst/>
    </p:bgPr>
  </p:bg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bg>
    <p:bgPr>
      <a:solidFill>
        <a:srgbClr val="1C1C1C"/>
      </a:solidFill>
      <a:effectLst/>
    </p:bgPr>
  </p:bg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bg>
    <p:bgPr>
      <a:solidFill>
        <a:srgbClr val="1C1C1C"/>
      </a:solidFill>
      <a:effectLst/>
    </p:bgPr>
  </p:bg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bg>
    <p:bgPr>
      <a:solidFill>
        <a:srgbClr val="1C1C1C"/>
      </a:solidFill>
      <a:effectLst/>
    </p:bgPr>
  </p:bg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bg>
    <p:bgPr>
      <a:solidFill>
        <a:srgbClr val="1C1C1C"/>
      </a:solidFill>
      <a:effectLst/>
    </p:bgPr>
  </p:bg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bg>
    <p:bgPr>
      <a:solidFill>
        <a:srgbClr val="1C1C1C"/>
      </a:solidFill>
      <a:effectLst/>
    </p:bgPr>
  </p:bg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bg>
    <p:bgPr>
      <a:solidFill>
        <a:srgbClr val="1C1C1C"/>
      </a:solidFill>
      <a:effectLst/>
    </p:bgPr>
  </p:bg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bg>
    <p:bgPr>
      <a:solidFill>
        <a:srgbClr val="1C1C1C"/>
      </a:solidFill>
      <a:effectLst/>
    </p:bgPr>
  </p:bg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実践編（文書系）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AIで文書作業を大幅効率化する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ツール：Gemini（無料版）　｜　成果物：業務別プロンプトライブラリ10本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5925312"/>
                <a:gridCol w="181051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社内文書（議事録・クレーム対応メール）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文書→表データ変換（議事録→タスク表・アンケート→集計分類表）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表→文書一括生成（商品リスト→SNS投稿・顧客リスト→フォローメール）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8分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Gemini確認 ＆ 今日のゴール説明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今日のゴール＆ツール確認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Googleアカウントでgemini.google.comへアクセス（未作成の人はその場で作成）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コース①未受講の方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プロンプト4要素を3分でおさらい → 「役割・背景・指示・形式」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今日のゴール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3方向（文書生成・文書→表・表→文書）を実践してプロンプトの感覚をつかむ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24612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31012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EEEEEE"/>
                </a:solidFill>
              </a:rPr>
              <a:t>ゴール：実践でプロンプトの感覚をつかむ。スライドのプロンプト例は [ ] を書き換えるだけで使えます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社内文書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議事録・メール・報告書・マニュアルを作る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社内文書 — 実践①（全員共通）：議事録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お題：「先週の会議の発言メモを渡すから議事録に整形して」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スライドのサンプル発言メモを使う（自分の会議メモでも可）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ひな型を使ってプロンプトを入力 → 送信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出力を確認・修正指示で調整（「もっと箇条書きに」等）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質問・個別サポート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ポイント：AIへの入力は「コピペ」でOK。整形・要約は得意分野です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社内文書 — 実践②（全員共通）：クレーム対応メール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お題：「あなたは営業担当者です。納品した商品の不具合連絡に、誠実に謝罪し代替品を翌日発送する旨を300字以内のメールで」</a:t>
            </a:r>
          </a:p>
          <a:p>
            <a:r>
              <a:rPr sz="1300" b="0" i="0">
                <a:solidFill>
                  <a:srgbClr val="64748B"/>
                </a:solidFill>
              </a:rPr>
              <a:t>ポイント：クレーム内容の「事実」と「感情」を両方AIに伝えると、より適切な文面になります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メール返信文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クレーム対応・お礼・依頼・問い合わせへの返信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報告書のたたき台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月次・週次・プロジェクト報告書の素材作り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社内マニュアル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業務手順・ルール説明をわかりやすくまとめる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社内向けお知らせ文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休業告知・システム変更・ルール変更のアナウンス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上司への相談文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困っていること・提案・改善要望を整理して伝える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文書→表データ変換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議事録→タスク表 ／ アンケート→集計表。スプレッドシートに貼り付けて完成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文書→表データ変換 — 実践①（全員共通）：議事録→タスク表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EEEEE"/>
                </a:solidFill>
              </a:rPr>
              <a:t>お題：「この議事録から決定事項・担当者・期限をGoogleシート用のCSV形式の表にして」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Section 2で作った議事録をコピーして手元に置く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指示を入力：「この議事録から決定事項・担当者・期限をCSV形式の表にして」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生成されたCSVをGoogleシートに貼り付けて確認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質問・個別サポート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操作：スプレッドシートを全選択（Ctrl+A）→ コピー（Ctrl+C）→ Geminiに貼り付け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文書→表データ変換 — 実践②（全員共通）：アンケート→集計分類表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お題：「このアンケート回答を『満足点・改善要望・その他』の3列に分類してCSV形式の表にして」</a:t>
            </a:r>
          </a:p>
          <a:p>
            <a:r>
              <a:rPr sz="1300" b="0" i="0">
                <a:solidFill>
                  <a:srgbClr val="64748B"/>
                </a:solidFill>
              </a:rPr>
              <a:t>操作：スプレッドシートのアンケート結果を全選択 → Geminiに貼り付け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手順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シートを開く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スライドのURLからアンケート回答のスプレッドシートを開く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全選択してコピー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Ctrl+A → Ctrl+C でシート全体をコピー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Geminiに貼り付け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貼り付けて指示を入力：「満足点・改善要望・その他の3列に分類してCSV形式の表にして」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出力を確認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バラバラな声が3列に分類されることを確認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 シートに貼り直す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生成されたCSVをスプレッドシートに貼り付ければそのまま資料になる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表→文書一括生成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商品リスト・顧客リストをGeminiに貼り付けて文書を量産する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表→文書一括生成 — 実践①（全員共通）：商品リスト→SNS投稿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EEEEE"/>
                </a:solidFill>
              </a:rPr>
              <a:t>お題：「この商品リストの各商品のInstagram投稿文をハッシュタグ5個込みで作って」</a:t>
            </a:r>
          </a:p>
          <a:p>
            <a:r>
              <a:rPr sz="1400" b="1" i="0">
                <a:solidFill>
                  <a:srgbClr val="EEEEEE"/>
                </a:solidFill>
              </a:rPr>
              <a:t>操作：スプレッドシートの商品リストを全選択 → Geminiに貼り付け → 一括生成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スライドのURLから商品リストのスプレッドシートを開く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全選択コピー（Ctrl+A → Ctrl+C）→ Geminiに貼り付け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指示を入力：「各商品のInstagram投稿文をハッシュタグ5個込みで作って」→ 一括生成を確認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質問・個別サポート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複数の投稿文が一度に生成されます。コピーして使うだけです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表→文書一括生成 — 実践②（全員共通）：顧客リスト→フォローメール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お題：「この顧客リストの各社に向けた個別フォローメールをそれぞれ作って」</a:t>
            </a:r>
          </a:p>
          <a:p>
            <a:r>
              <a:rPr sz="1300" b="0" i="0">
                <a:solidFill>
                  <a:srgbClr val="64748B"/>
                </a:solidFill>
              </a:rPr>
              <a:t>操作：顧客リスト（社名・担当者名）をGeminiに貼り付け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手順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シートを開く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スライドのURLから顧客リストのスプレッドシートを開く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全選択してコピー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Ctrl+A → Ctrl+C でシート全体をコピー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Geminiに貼り付け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貼り付けて指示を入力：「各社に向けた個別のフォローアップメールを作って」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指示のポイント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「最終接触日をふまえて自然な書き出しにして」と添える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 結果を確認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最終接触日に応じて文面が変わっていることを確認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[8分]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8229600" cy="160020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今日の3方向まとめ</a:t>
            </a:r>
          </a:p>
          <a:p>
            <a:r>
              <a:rPr sz="1300" b="1" i="0">
                <a:solidFill>
                  <a:srgbClr val="1C1C1C"/>
                </a:solidFill>
              </a:rPr>
              <a:t>① 文書生成（議事録・メール・SNS投稿）</a:t>
            </a:r>
          </a:p>
          <a:p>
            <a:r>
              <a:rPr sz="1300" b="1" i="0">
                <a:solidFill>
                  <a:srgbClr val="1C1C1C"/>
                </a:solidFill>
              </a:rPr>
              <a:t>② 文書→表（議事録→タスク表・アンケート→集計表）</a:t>
            </a:r>
          </a:p>
          <a:p>
            <a:r>
              <a:rPr sz="1300" b="1" i="0">
                <a:solidFill>
                  <a:srgbClr val="1C1C1C"/>
                </a:solidFill>
              </a:rPr>
              <a:t>③ 表→文書（商品リスト・顧客リスト→一括生成）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98448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スライドのプロンプト例は [ ] を書き換えるだけで使えます。明日から試してみてください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</a:rPr>
              <a:t>「わからないことはAIに聞いてみてください」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</a:rPr>
              <a:t>本日はありがとうございました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EECE1"/>
      </a:lt2>
      <a:accent1>
        <a:srgbClr val="DA7756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