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社内文書（議事録・メール・報告書）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広報・発信文書（SNS・チラシ・HP）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採用広報（求人票・会社紹介文）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ライブラリ化・保存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文書系3カテゴリ（社内・広報・採用）でプロンプトを作り、10本ライブラリ化して持ち帰る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EEEEE"/>
                </a:solidFill>
              </a:rPr>
              <a:t>ゴール：実践でプロンプトの感覚をつかむ。スライドのプロンプト例は [ ] を書き換えるだけで使えます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発言メモを手元に準備（なければ架空で可）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実践②（全員共通）：クレーム対応メール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お題：「先週受けたクレームのメモを渡すから、丁寧なお詫びと対応策のメールを書いて」</a:t>
            </a:r>
          </a:p>
          <a:p>
            <a:r>
              <a:rPr sz="1300" b="0" i="0">
                <a:solidFill>
                  <a:srgbClr val="64748B"/>
                </a:solidFill>
              </a:rPr>
              <a:t>ポイント：クレーム内容の「事実」と「感情」を両方AIに伝えると、より適切な文面になります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文書→表データ変換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議事録→タスク表 ／ アンケート→集計表。スプレッドシートに貼り付けて完成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実践①（全員共通）：議事録→タスク表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お題：「この議事録から担当者・タスク・期限の一覧表を作って、CSVで出力して」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自社の投稿テーマを決める（商品紹介・イベント・お知らせ等）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プロンプト入力：「会社名・業種・投稿テーマ・ハッシュタグの有無」を指定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「もっとカジュアルに」「絵文字を増やして」等で調整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操作：スプレッドシートを全選択（Ctrl+A）→ コピー（Ctrl+C）→ Geminiに貼り付け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実践②（全員共通）：アンケート→集計分類表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お題：「このアンケート回答をカテゴリ別に集計してまとめた表を作って」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操作：スプレッドシートのアンケート結果を全選択 → 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チラシ・DM文案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イベント告知・セール・新商品紹介チラシのコピー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HP更新テキスト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会社紹介・サービス説明・ニュースページの文章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メルマガ・ニュースレター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定期配信の構成と文面をたたき台で作る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新サービス・受賞・採用募集などの告知文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キャッチコピー案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商品・サービスの魅力を一言で伝えるフレーズを複数案出す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表→文書一括生成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商品リスト・顧客リストをGeminiに貼り付けて文書を量産する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実践①（全員共通）：商品リスト→SNS投稿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お題：「この商品リストの各商品についてInstagram投稿文を1本ずつ作って」</a:t>
            </a:r>
          </a:p>
          <a:p>
            <a:r>
              <a:rPr sz="1400" b="1" i="0">
                <a:solidFill>
                  <a:srgbClr val="EEEEEE"/>
                </a:solidFill>
              </a:rPr>
              <a:t>操作：スプレッドシートの商品リストを全選択 → Geminiに貼り付け → 一括生成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募集職種と最低限の条件（給与・勤務地・仕事内容）を手元に用意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「未経験歓迎・自社の強み・応募しやすいポイント」も含めてプロンプト入力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「もう少し求職者の不安を解消する言い方に」等で調整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複数の投稿文が一度に生成されます。コピーして使うだけです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実践②（全員共通）：顧客リスト→フォローメール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お題：「この顧客リストの各社に向けた個別フォローメールをそれぞれ作って」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操作：顧客リスト（社名・担当者名）をGeminiに貼り付け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採用ページ・合同説明会・会社案内の文章を作る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社員の一日・職場環境・理念を発信する投稿文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面接でよく聞く質問リスト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職種別の想定質問と評価ポイントをまとめる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内定通知文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内定のご連絡メール・書面のたたき台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入社前案内文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初日の持ち物・手続き・注意事項をまとめた案内文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[8分]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今日の3方向まとめ</a:t>
            </a:r>
          </a:p>
          <a:p>
            <a:r>
              <a:rPr sz="1300" b="1" i="0">
                <a:solidFill>
                  <a:srgbClr val="1C1C1C"/>
                </a:solidFill>
              </a:rPr>
              <a:t>① 文書生成（議事録・メール・SNS投稿）</a:t>
            </a:r>
          </a:p>
          <a:p>
            <a:r>
              <a:rPr sz="1300" b="1" i="0">
                <a:solidFill>
                  <a:srgbClr val="1C1C1C"/>
                </a:solidFill>
              </a:rPr>
              <a:t>② 文書→表（議事録→タスク表・アンケート→集計表）</a:t>
            </a:r>
          </a:p>
          <a:p>
            <a:r>
              <a:rPr sz="1300" b="1" i="0">
                <a:solidFill>
                  <a:srgbClr val="1C1C1C"/>
                </a:solidFill>
              </a:rPr>
              <a:t>③ 表→文書（商品リスト・顧客リスト→一括生成）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スライドのプロンプト例は [ ] を書き換えるだけで使えます。明日から試してみてください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