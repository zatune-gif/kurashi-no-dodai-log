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DBFE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</a:rPr>
              <a:t>ひな型（全セクション共通）：「あなたは[役割]です。[状況]の[文書の種類]を[形式]で作成してください」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[実践10分 + 見せ合い5分]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こんな文書もAIで作れます — 好きなテーマを選んでプロンプトを試してみてください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広報・発信文書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SNS投稿・チラシ・HPテキストを作る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広報・発信文書 — 実践①（全員共通）：SNS投稿文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お題：「自社の商品・サービス・お知らせを Instagram / Facebook 投稿1本分作って」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ポイント：AIの文章はそのまま使わず「人間のチェック」を入れることで質が上がる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広報・発信文書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[実践10分 + 見せ合い5分]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こんな発信もAIで下書きできます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採用広報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求人票・会社紹介文・採用SNS投稿を作る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採用広報 — 実践①（全員共通）：求人票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お題：「職種・条件・自社の魅力を入れて求人票を作って」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ポイント：自社の強みを「普通の言葉」でAIに伝えると、うまく文章化してくれます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採用広報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[実践10分 + 見せ合い5分]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採用活動全体をAIがサポートします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ライブラリ化・保存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今日作ったプロンプトを「明日から使えるテンプレート」に仕上げる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プロンプトライブラリ化 — テンプレートに変換して保存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振り返り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セクション2〜4で作ったプロンプトを見直し・気に入った10本を確認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テンプレート化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固有情報を [ ] に置き換えて使い回せる形にする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保存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Googleドキュメント or メモアプリにコピーして持ち帰り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テンプレート化の例：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変換前：「広島県の製造業・従業員30名の会社で未経験歓迎の溶接工を募集」</a:t>
            </a:r>
          </a:p>
          <a:p>
            <a:r>
              <a:rPr sz="1300" b="1" i="0">
                <a:solidFill>
                  <a:srgbClr val="059669"/>
                </a:solidFill>
              </a:rPr>
              <a:t>変換後：「[都道府県]の[業種]・従業員[人数]名の会社で[条件]の[職種]を募集」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[5分]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 | ざつね屋のサービス案内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E293B"/>
                </a:solidFill>
              </a:rPr>
              <a:t>📚 実践編（画像・動画・Claude Code）— 発信力・自動化をさらに強化する</a:t>
            </a:r>
          </a:p>
          <a:p>
            <a:r>
              <a:rPr sz="1200" b="0" i="0">
                <a:solidFill>
                  <a:srgbClr val="1E293B"/>
                </a:solidFill>
              </a:rPr>
              <a:t>🛠 AI業務改善オーダーメイド・🤝 AI開発伴走 — 自社の課題を一緒に解決する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