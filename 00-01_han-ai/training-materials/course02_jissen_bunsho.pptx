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EEEEE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お題：「先週受けたクレームのメモを渡すから、丁寧なお詫びと対応策のメールを書いて」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お題：「この議事録から担当者・タスク・期限の一覧表を作って、CSVで出力して」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お題：「このアンケート回答をカテゴリ別に集計してまとめた表を作って」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お題：「この商品リストの各商品についてInstagram投稿文を1本ずつ作って」</a:t>
            </a:r>
          </a:p>
          <a:p>
            <a:r>
              <a:rPr sz="1400" b="1" i="0">
                <a:solidFill>
                  <a:srgbClr val="EEEEEE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C1C1C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C1C1C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C1C1C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