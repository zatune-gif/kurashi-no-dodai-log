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実践編（画像系）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デザイナー不在でもSNS・チラシ・広報のビジュアルが作れる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ツール：Canva 無料版のみ　｜　成果物：SNS画像 + AI生成画像 + チラシ 各1点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Canvaテンプレートで編集実践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AI画像生成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Mediaでプロンプト入力→生成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チラシ作成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テンプレ＋AI画像を組み合わせて仕上げる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ダウンロード・共有・活用アドバイス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Canvaにログインして基本画面を確認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Canva基本画面の説明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canva.com でGoogleアカウント or メールアドレスで登録・ログイン（無料版）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新規デザイン作成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 用途を選ぶ（SNS投稿・チラシ等）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Canvaが用意している「使える雛形」を選んで文字・色・画像を差し替える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AIで画像生成できる機能（無料枠：月50回程度）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今日の流れ：Canva操作を覚える → AI素材を作る → 両方を組み合わせて完成品を作る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「テンプレート」の意味の違い — 本日の重要ポイント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7010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「テンプレ」の意味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2・4（SNS画像・チラシ）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Canvaのデザインテンプレート ＝ Canvaが用意している雛形を選んで編集する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3（AI画像生成）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プロンプトのひな型 ＝ 「[スタイル]の[主題]、[用途]向け」のような[ ]を埋めてMagic Mediaに入力する形式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68580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27248"/>
            <a:ext cx="7955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混乱しやすいポイントなので、都度「こちらはデザインの雛形です / こちらはAIへの指示文です」と明示してください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SNS投稿画像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Canvaのデザインテンプレートで実践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実践①（全員共通）：Instagram投稿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お題：自社のサービス・商品紹介の Instagram 投稿画像を1枚作る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19456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「デザインを作成」→「Instagramの投稿（正方形）」を選択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テンプレートを検索・選択（業種・雰囲気で選ぶ）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テキストを自社の内容に書き換え・色やフォントを調整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ダウンロード（PNG）して確認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ポイント：テンプレートのレイアウトはそのままでOK。テキストと色だけ変えるだけで「自社らしい」デザインになります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[実践10分]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こんなビジュアルもCanvaで作れます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8229600" cy="352044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867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作り方・ポイント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Facebook投稿画像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横長（1200×628px）でテンプレートを選択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キャンペーン・セール告知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「セール」「SALE」で検索するとバナー向きテンプレが出る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季節のご挨拶画像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「年末年始」「春」「夏」等で検索・差し替えるだけでOK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お客様の声・事例紹介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引用デザインのテンプレートを選んでテキスト差し替え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LINE公式アカウント用バナー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1200×600pxで作成・ダウンロードしてLINE管理画面でアップ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AI画像生成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Mediaでテキストから画像を生成する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Canva Magic Media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[実践25分]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1089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操作手順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Magic Mediaを開く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Canvaエディタ左パネル「アプリ」→「Magic Media」を選択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プロンプトを入力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テキスト欄にひな型を使って指示を入力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スタイルを選ぶ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写真風・イラスト・水彩・3D等から選択（または「なし」でも可）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生成 → 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4枚生成される → 気に入ったものを選んでデザインに追加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組み合わせ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CanvaのテンプレートレイアウトにAI生成画像を貼り付けて仕上げる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050791"/>
            <a:ext cx="8229600" cy="54864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14799"/>
            <a:ext cx="7955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無料枠：月50回程度（目安）。生成が「上限」と表示されたら講師に相談してください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プロンプトひな型＆想起リスト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ひな型：「[スタイル]で[主題・テーマ]の画像、[用途]向け、[雰囲気]な印象で」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例①：「水彩画風で春の桜と笑顔のスタッフの画像、SNS投稿向け、明るく温かみのある印象で」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例②：「シンプルなイラスト風で夏のキャンペーン商品の画像、チラシ向け、爽やかで目を引く印象で」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例③：「写真リアル調で清潔感のあるオフィス環境の画像、会社HP向け、信頼感があり落ち着いた印象で」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例④：「和風テイストで旬の野菜と木のテーブルの画像、SNS投稿向け、手作り感のある温かみのある印象で」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【ダウンロード手順】 画像を選択 → 右上の共有ボタン → ダウンロード → PNG → ダウンロード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103120"/>
          <a:ext cx="8229600" cy="2606040"/>
        </p:xfrm>
        <a:graphic>
          <a:graphicData uri="http://schemas.openxmlformats.org/drawingml/2006/table">
            <a:tbl>
              <a:tblPr/>
              <a:tblGrid>
                <a:gridCol w="2880360"/>
                <a:gridCol w="5349240"/>
              </a:tblGrid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生成したいもの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プロンプトのポイント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会社・店舗の雰囲気画像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業種・場所・雰囲気（清潔感・温かみ・プロフェッショナル等）を指定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商品の特徴・使用シーン・ターゲット感を伝える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SNS用の背景・素材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「シンプル背景」「テキスト入りやすい余白あり」等を指定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採用広報用のシーン画像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「職場で働くスタッフ」「チームワーク」等・人物は指定しにくい場合あり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チラシ作成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Designでレイアウト自動生成 → AI画像差し込み → チェックリストで仕上げ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チラシ作成 — Magic Design → AI画像差し込み → 完成度チェック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[30分]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33756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5562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「デザインを作成」→「A4チラシ」（または任意のサイズ）を選択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テンプレートを選択（業種・用途で絞り込み）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セクション3で生成したAI画像をアップロード or 再生成して挿入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テキスト（キャッチコピー・住所・電話番号等）を自社の内容に差し替え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PDF または PNG でダウンロード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【Magic Design手順】</a:t>
            </a:r>
          </a:p>
          <a:p>
            <a:r>
              <a:rPr sz="1300" b="0" i="1">
                <a:solidFill>
                  <a:srgbClr val="64748B"/>
                </a:solidFill>
              </a:rPr>
              <a:t>Canvaトップ →「チラシ」と検索 → Magic Designを使う → 業種・雰囲気を日本語で入力</a:t>
            </a:r>
          </a:p>
          <a:p>
            <a:r>
              <a:rPr sz="1300" b="0" i="1">
                <a:solidFill>
                  <a:srgbClr val="64748B"/>
                </a:solidFill>
              </a:rPr>
              <a:t>入力例：整体院の春キャンペーン ／ 洋食ランチメニュー ／ 農家の野菜直売 ／ 美容室の新メニュー ／ 税理士の確定申告案内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【AI画像の差し込み】</a:t>
            </a:r>
          </a:p>
          <a:p>
            <a:r>
              <a:rPr sz="1300" b="0" i="1">
                <a:solidFill>
                  <a:srgbClr val="64748B"/>
                </a:solidFill>
              </a:rPr>
              <a:t>左パネル → アップロード → ダウンロード済みのAI画像を選択 → ドラッグして配置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まずやること】</a:t>
            </a:r>
          </a:p>
          <a:p>
            <a:r>
              <a:rPr sz="1300" b="0" i="1">
                <a:solidFill>
                  <a:srgbClr val="64748B"/>
                </a:solidFill>
              </a:rPr>
              <a:t>□ テキストを全て自社の情報に書き換えた</a:t>
            </a:r>
          </a:p>
          <a:p>
            <a:r>
              <a:rPr sz="1300" b="0" i="1">
                <a:solidFill>
                  <a:srgbClr val="64748B"/>
                </a:solidFill>
              </a:rPr>
              <a:t>□ キャッチコピーを自社らしい言葉に変えた</a:t>
            </a:r>
          </a:p>
          <a:p>
            <a:r>
              <a:rPr sz="1300" b="0" i="1">
                <a:solidFill>
                  <a:srgbClr val="64748B"/>
                </a:solidFill>
              </a:rPr>
              <a:t>□ 住所・電話番号・営業時間を入れた</a:t>
            </a:r>
          </a:p>
          <a:p>
            <a:r>
              <a:rPr sz="1300" b="0" i="1">
                <a:solidFill>
                  <a:srgbClr val="64748B"/>
                </a:solidFill>
              </a:rPr>
              <a:t>□ 不要な要素・余分な文字を削除した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余裕があれば】</a:t>
            </a:r>
          </a:p>
          <a:p>
            <a:r>
              <a:rPr sz="1300" b="0" i="1">
                <a:solidFill>
                  <a:srgbClr val="64748B"/>
                </a:solidFill>
              </a:rPr>
              <a:t>□ 問い合わせ導線を入れた（LINE・電話・URL など）</a:t>
            </a:r>
          </a:p>
          <a:p>
            <a:r>
              <a:rPr sz="1300" b="0" i="1">
                <a:solidFill>
                  <a:srgbClr val="64748B"/>
                </a:solidFill>
              </a:rPr>
              <a:t>□ QRコードを追加した（左パネル → 要素 → QRコード）</a:t>
            </a:r>
          </a:p>
          <a:p>
            <a:r>
              <a:rPr sz="1300" b="0" i="1">
                <a:solidFill>
                  <a:srgbClr val="64748B"/>
                </a:solidFill>
              </a:rPr>
              <a:t>□ フォントを2種類以内に統一した</a:t>
            </a:r>
          </a:p>
          <a:p>
            <a:r>
              <a:rPr sz="1300" b="0" i="1">
                <a:solidFill>
                  <a:srgbClr val="64748B"/>
                </a:solidFill>
              </a:rPr>
              <a:t>□ 余白を確認した（詰め込みすぎていないか）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完成しなくても大丈夫。続きはCanvaアカウントにログインすれば、いつでも再開できます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ダウンロード・共有・活用アドバイス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PNG（SNS・メール用）・PDF（印刷用）どちらでも書き出せる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Canvaアカウントにログインすれば続きから編集・複製して使い回せる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社内共有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共有リンクを送るだけで他のメンバーも閲覧・編集できる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ブランドの統一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ブランドカラー・フォントを「ブランド設定」に登録して毎回使う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テンプレとして使い回す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一度作ったデザインを複製して内容だけ変えれば量産可能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次のステップ：実践編（動画系）でCanvaの動画機能、または実践編（文書系）でテキスト発信の質も上げましょう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