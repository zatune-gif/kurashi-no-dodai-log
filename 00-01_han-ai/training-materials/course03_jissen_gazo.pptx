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383280"/>
            <a:ext cx="9144000" cy="54864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3C5FD"/>
                </a:solidFill>
              </a:rPr>
              <a:t>ざつね屋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FDBFE"/>
                </a:solidFill>
              </a:rPr>
              <a:t>コース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229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実践編（画像系）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FDBFE"/>
                </a:solidFill>
              </a:rPr>
              <a:t>デザイナー不在でもSNS・チラシ・広報のビジュアルが作れる 120分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49039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3C5FD"/>
                </a:solidFill>
              </a:rPr>
              <a:t>ツール：Canva 無料版のみ　｜　成果物：SNS画像 + AI生成画像 + チラシ 各1点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本日のアジェンダ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"/>
                <a:gridCol w="1810512"/>
                <a:gridCol w="4279392"/>
                <a:gridCol w="164592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セクション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イントロ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Canvaログイン確認・基本画面の説明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10分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SNS投稿画像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Canvaテンプレートで編集実践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30分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AI画像生成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Magic Mediaでプロンプト入力→生成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30分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休憩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10分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チラシ作成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テンプレ＋AI画像を組み合わせて仕上げる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30分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まとめ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ダウンロード・共有・活用アドバイス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10分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イントロ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3C5FD"/>
                </a:solidFill>
              </a:rPr>
              <a:t>[10分]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FDBFE"/>
                </a:solidFill>
              </a:rPr>
              <a:t>Canvaにログインして基本画面を確認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イントロ — Canva基本画面の説明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3C5FD"/>
                </a:solidFill>
              </a:rPr>
              <a:t>[10分]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6172200"/>
              </a:tblGrid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確認項目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Canvaログイン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canva.com でGoogleアカウント or メールアドレスで登録・ログイン（無料版）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新規デザイン作成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「デザインを作成」→ 用途を選ぶ（SNS投稿・チラシ等）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テンプレート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Canvaが用意している「使える雛形」を選んで文字・色・画像を差し替える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Magic Media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AIで画像生成できる機能（無料枠：月50回程度）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5204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40AF"/>
                </a:solidFill>
              </a:rPr>
              <a:t>今日の流れ：Canva操作を覚える → AI素材を作る → 両方を組み合わせて完成品を作る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「テンプレート」の意味の違い — 本日の重要ポイント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5760720"/>
              </a:tblGrid>
              <a:tr h="70104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セクション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「テンプレ」の意味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2・4（SNS画像・チラシ）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Canvaのデザインテンプレート ＝ Canvaが用意している雛形を選んで編集する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3（AI画像生成）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プロンプトのひな型 ＝ 「[スタイル]の[主題]、[用途]向け」のような[ ]を埋めてMagic Mediaに入力する形式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3063240"/>
            <a:ext cx="8229600" cy="685800"/>
          </a:xfrm>
          <a:prstGeom prst="rect">
            <a:avLst/>
          </a:prstGeom>
          <a:solidFill>
            <a:srgbClr val="FF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3127248"/>
            <a:ext cx="7955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A7756"/>
                </a:solidFill>
              </a:rPr>
              <a:t>混乱しやすいポイントなので、都度「こちらはデザインの雛形です / こちらはAIへの指示文です」と明示してください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SNS投稿画像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3C5FD"/>
                </a:solidFill>
              </a:rPr>
              <a:t>[30分]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FDBFE"/>
                </a:solidFill>
              </a:rPr>
              <a:t>Canvaのデザインテンプレートで実践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SNS投稿画像 — 実践①（全員共通）：Instagram投稿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3C5FD"/>
                </a:solidFill>
              </a:rPr>
              <a:t>[実践15分]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77240"/>
            <a:ext cx="8229600" cy="59436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841248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293B"/>
                </a:solidFill>
              </a:rPr>
              <a:t>お題：自社のサービス・商品紹介の Instagram 投稿画像を1枚作る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36192"/>
          <a:ext cx="82296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72"/>
                <a:gridCol w="6007608"/>
                <a:gridCol w="1645920"/>
              </a:tblGrid>
              <a:tr h="438912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「デザインを作成」→「Instagramの投稿（正方形）」を選択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2分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テンプレートを検索・選択（業種・雰囲気で選ぶ）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3分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テキストを自社の内容に書き換え・色やフォントを調整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7分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ダウンロード（PNG）して確認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3分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8862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40AF"/>
                </a:solidFill>
              </a:rPr>
              <a:t>ポイント：テンプレートのレイアウトはそのままでOK。テキストと色だけ変えるだけで「自社らしい」デザインになります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SNS投稿画像 — 実践②（自由テーマ）：想起リスト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3C5FD"/>
                </a:solidFill>
              </a:rPr>
              <a:t>[実践10分]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4748B"/>
                </a:solidFill>
              </a:rPr>
              <a:t>こんなビジュアルもCanvaで作れます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25880"/>
          <a:ext cx="822960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5760720"/>
              </a:tblGrid>
              <a:tr h="58674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テーマ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作り方・ポイント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586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Facebook投稿画像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横長（1200×628px）でテンプレートを選択</a:t>
                      </a:r>
                    </a:p>
                  </a:txBody>
                  <a:tcPr/>
                </a:tc>
              </a:tr>
              <a:tr h="586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キャンペーン・セール告知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「セール」「SALE」で検索するとバナー向きテンプレが出る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86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季節のご挨拶画像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「年末年始」「春」「夏」等で検索・差し替えるだけでOK</a:t>
                      </a:r>
                    </a:p>
                  </a:txBody>
                  <a:tcPr/>
                </a:tc>
              </a:tr>
              <a:tr h="586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お客様の声・事例紹介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引用デザインのテンプレートを選んでテキスト差し替え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86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LINE公式アカウント用バナー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1200×600pxで作成・ダウンロードしてLINE管理画面でアップ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AI画像生成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3C5FD"/>
                </a:solidFill>
              </a:rPr>
              <a:t>[30分]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FDBFE"/>
                </a:solidFill>
              </a:rPr>
              <a:t>Magic Mediaでテキストから画像を生成する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AI画像生成 — Canva Magic Media の使い方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3C5FD"/>
                </a:solidFill>
              </a:rPr>
              <a:t>[実践25分]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4288"/>
                <a:gridCol w="5925312"/>
              </a:tblGrid>
              <a:tr h="51816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操作手順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1 Magic Mediaを開く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Canvaエディタ左パネル「アプリ」→「Magic Media」を選択</a:t>
                      </a:r>
                    </a:p>
                  </a:txBody>
                  <a:tcPr/>
                </a:tc>
              </a:tr>
              <a:tr h="5181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2 プロンプトを入力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テキスト欄にひな型を使って指示を入力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3 スタイルを選ぶ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写真風・イラスト・水彩・3D等から選択（または「なし」でも可）</a:t>
                      </a:r>
                    </a:p>
                  </a:txBody>
                  <a:tcPr/>
                </a:tc>
              </a:tr>
              <a:tr h="5181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4 生成 → 選択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4枚生成される → 気に入ったものを選んでデザインに追加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5 組み合わせ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CanvaのテンプレートレイアウトにAI生成画像を貼り付けて仕上げる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4050791"/>
            <a:ext cx="8229600" cy="548640"/>
          </a:xfrm>
          <a:prstGeom prst="rect">
            <a:avLst/>
          </a:prstGeom>
          <a:solidFill>
            <a:srgbClr val="FF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4114799"/>
            <a:ext cx="7955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A7756"/>
                </a:solidFill>
              </a:rPr>
              <a:t>無料枠：月50回程度（目安）。生成が「上限」と表示されたら講師に相談してください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AI画像生成 — プロンプトひな型＆想起リスト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777240"/>
            <a:ext cx="8229600" cy="59436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293B"/>
                </a:solidFill>
              </a:rPr>
              <a:t>ひな型：「[スタイル]で[主題・テーマ]の画像、[用途]向け、[雰囲気]な印象で」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813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4748B"/>
                </a:solidFill>
              </a:rPr>
              <a:t>例：「水彩画風で春の桜と笑顔のスタッフの画像、SNS投稿向け、明るく温かみのある印象で」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2103120"/>
          <a:ext cx="8229600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360"/>
                <a:gridCol w="5349240"/>
              </a:tblGrid>
              <a:tr h="521208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生成したいもの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プロンプトのポイント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会社・店舗の雰囲気画像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業種・場所・雰囲気（清潔感・温かみ・プロフェッショナル等）を指定</a:t>
                      </a:r>
                    </a:p>
                  </a:txBody>
                  <a:tcPr/>
                </a:tc>
              </a:tr>
              <a:tr h="52120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商品・サービスのイメージ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商品の特徴・使用シーン・ターゲット感を伝える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SNS用の背景・素材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「シンプル背景」「テキスト入りやすい余白あり」等を指定</a:t>
                      </a:r>
                    </a:p>
                  </a:txBody>
                  <a:tcPr/>
                </a:tc>
              </a:tr>
              <a:tr h="52120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採用広報用のシーン画像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「職場で働くスタッフ」「チームワーク」等・人物は指定しにくい場合あり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828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BFDBFE"/>
                </a:solidFill>
              </a:rPr>
              <a:t>- 休憩 -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8346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93C5FD"/>
                </a:solidFill>
              </a:rPr>
              <a:t>5〜10分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チラシ作成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3C5FD"/>
                </a:solidFill>
              </a:rPr>
              <a:t>[30分]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FDBFE"/>
                </a:solidFill>
              </a:rPr>
              <a:t>テンプレート＋AI画像を組み合わせて仕上げる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チラシ作成 — セクション2・3の技術を組み合わせる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3C5FD"/>
                </a:solidFill>
              </a:rPr>
              <a:t>[30分]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72"/>
                <a:gridCol w="6007608"/>
                <a:gridCol w="1645920"/>
              </a:tblGrid>
              <a:tr h="55626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5562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「デザインを作成」→「A4チラシ」（または任意のサイズ）を選択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3分</a:t>
                      </a:r>
                    </a:p>
                  </a:txBody>
                  <a:tcPr/>
                </a:tc>
              </a:tr>
              <a:tr h="5562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テンプレートを選択（業種・用途で絞り込み）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562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セクション3で生成したAI画像をアップロード or 再生成して挿入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7分</a:t>
                      </a:r>
                    </a:p>
                  </a:txBody>
                  <a:tcPr/>
                </a:tc>
              </a:tr>
              <a:tr h="5562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テキスト（キャッチコピー・住所・電話番号等）を自社の内容に差し替え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10分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562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PDF または PNG でダウンロード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5分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2976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4748B"/>
                </a:solidFill>
              </a:rPr>
              <a:t>完成しなくても大丈夫。続きはCanvaアカウントにログインすれば、いつでも再開できます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3C5FD"/>
                </a:solidFill>
              </a:rPr>
              <a:t>[10分]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FDBFE"/>
                </a:solidFill>
              </a:rPr>
              <a:t>ダウンロード・共有・活用アドバイス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まとめ — 活用アドバイス＆サービス案内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3C5FD"/>
                </a:solidFill>
              </a:rPr>
              <a:t>[10分]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6172200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活用ポイント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ダウンロード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PNG（SNS・メール用）・PDF（印刷用）どちらでも書き出せる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後から編集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Canvaアカウントにログインすれば続きから編集・複製して使い回せる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社内共有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共有リンクを送るだけで他のメンバーも閲覧・編集できる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ブランドの統一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ブランドカラー・フォントを「ブランド設定」に登録して毎回使う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テンプレとして使い回す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一度作ったデザインを複製して内容だけ変えれば量産可能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3977639"/>
            <a:ext cx="8229600" cy="59436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04164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40AF"/>
                </a:solidFill>
              </a:rPr>
              <a:t>次のステップ：実践編（動画系）でCanvaの動画機能、または実践編（文書系）でテキスト発信の質も上げましょう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